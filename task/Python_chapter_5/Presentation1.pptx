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2BDE-6E98-3FD5-CE09-37D458A58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AF407-D40A-9027-8551-838A6C982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4FF3-B905-C839-D738-8FC18FCE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4B51B-7DF3-EF6C-B234-DB2A85B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FE80-E52D-63B4-453C-C8511EBF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2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27E7D-6FAE-0A03-330A-5267CB76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FDAA-4B3D-33CB-A472-5F4466C5F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9D08-44AC-A2E7-4864-9A6F94E4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DCB44-874A-2254-2A00-54A87E51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9C8D3-F360-32EF-FB25-DA9D280F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52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00EE-24D2-465B-CB7B-92CCD9AD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E375C-B068-F198-C99E-7BF800B85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76E0B-A805-1E0B-D179-AEA0F878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D09B9-3AD0-2135-E30E-56304195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4DF8A-F64D-E79D-3214-B3909B7E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54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224B-0399-CCDB-8430-EE3ED8E2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26D38-06F2-F966-8625-51E804E87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DEE50-42B6-6C52-0C44-7B73AA68B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6CEBF-4417-916A-9BB8-7FF658A8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B4E32-9D56-79E7-F363-63BC9FB5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DB349-069D-F28F-8012-A2D5B536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79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1271-C648-52C8-34E7-9EDFB0667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98797-F65D-9B21-C37B-9CB754034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B683B-56ED-2D51-F9F3-B703872E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4F029-85A1-BB87-08AD-06637F3D5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D40A8-CFDC-D77B-11D6-803F6D324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7440E8-3A85-D43C-8213-06989837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31280-9D96-9BB0-E164-2D787526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0E67A1-E240-0817-2125-2CE26FF6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23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F1B4-2B0B-EE35-5AFD-623D2547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33BBD-BED4-58C5-406F-FC786C434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9CFEC-BC04-5223-9DD0-F39E2D90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F4442-0F5D-8492-0DA9-6057205D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29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8018C-CBA5-60A0-B87E-3009A4A26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0A39C-6B10-94AF-B6A8-21CD5B32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6CA31-3578-C96E-D5A8-1567F255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56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DC5A-3448-763C-C46E-693E31F3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3531-AB8C-16CD-677B-A0C8BD702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EA7D0-73CC-0609-6C2A-D8E5B35DB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D74AE-EEA0-57B1-A4FD-72FB3658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BE981-4B85-EF1B-E1A8-28C5DAC7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BF4E0-C12B-91ED-46BB-CCBE952D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12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3ADB-F9EE-36AE-5F4C-F0E3BD4E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8253D-1280-3B86-5062-3EB5F91E2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5A479-8E7F-97BD-F2CB-B236D9F1A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B8B3B-109D-38EC-19B6-C2A725C36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1D8B9-E0D0-01E0-1704-5434C7DF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AC028-EE28-6CDD-E014-2159D876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80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2633-F52B-EAB8-0274-01EAC8F3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66166-041E-6B82-2015-C0F4C61C5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E1A6A-D751-DAD9-E17C-E6168F32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DAD93-4B5B-F07C-01AE-31B0F88B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3BC61-260B-8095-6EA6-E24AA5B3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4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B0948-08FE-00C2-A428-8F638A694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14F16-26AC-4FA6-DE92-8835CF3E7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A8C73-AD88-77F6-A15E-07F00DE1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E63AE-55D0-2DF5-DBF8-654B4B4E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2D9C9-835A-4230-EDAB-8E700F30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1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74159-F966-A1F9-97A3-691E6268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D1390-8DF3-F82F-C2E6-27E0911EA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D746-3EEA-BCB1-A2C2-0B1A35D1F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99EFF-91FD-4647-ACA1-E8175F7D8B85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57F37-FD14-2EC6-E09F-A15A0F98B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DB80B-763D-9925-0404-8F0DEB012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E5147-275B-42DB-9CF1-11C95D76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221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D82D7D-E0D3-15EA-7C76-6AE6C8152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3" y="1645920"/>
            <a:ext cx="5361115" cy="3465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3B387A-105E-0784-C464-2FCF95F5BFA0}"/>
              </a:ext>
            </a:extLst>
          </p:cNvPr>
          <p:cNvSpPr txBox="1"/>
          <p:nvPr/>
        </p:nvSpPr>
        <p:spPr>
          <a:xfrm>
            <a:off x="664464" y="5038344"/>
            <a:ext cx="428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Most of the customers are providing tips between 2 to 3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The highest tips amount is 10 RS, but very few customers only provided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7966B-F8B4-3C4D-0132-3B2C8C2E57A1}"/>
              </a:ext>
            </a:extLst>
          </p:cNvPr>
          <p:cNvSpPr txBox="1"/>
          <p:nvPr/>
        </p:nvSpPr>
        <p:spPr>
          <a:xfrm>
            <a:off x="4453128" y="137160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Tip Dataset Visualization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7E0CA2-5A57-ABB7-5899-22C45514E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1" y="1837944"/>
            <a:ext cx="5687568" cy="32989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62DDD2-916D-48DD-D654-BF9DE56A4082}"/>
              </a:ext>
            </a:extLst>
          </p:cNvPr>
          <p:cNvSpPr txBox="1"/>
          <p:nvPr/>
        </p:nvSpPr>
        <p:spPr>
          <a:xfrm>
            <a:off x="6719235" y="5045489"/>
            <a:ext cx="428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average tip is provided by female is 2.8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The average tip is </a:t>
            </a:r>
            <a:r>
              <a:rPr lang="en-US" sz="1200" dirty="0" err="1"/>
              <a:t>provded</a:t>
            </a:r>
            <a:r>
              <a:rPr lang="en-US" sz="1200" dirty="0"/>
              <a:t> by male is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So compare to Female , male is providing more tips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C8622-EAD7-A0F0-9DA6-289C55F5A3FF}"/>
              </a:ext>
            </a:extLst>
          </p:cNvPr>
          <p:cNvSpPr txBox="1"/>
          <p:nvPr/>
        </p:nvSpPr>
        <p:spPr>
          <a:xfrm>
            <a:off x="8257032" y="130454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Bar Plot Chart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D6ABE-8027-B007-55AF-58A0514EED98}"/>
              </a:ext>
            </a:extLst>
          </p:cNvPr>
          <p:cNvSpPr txBox="1"/>
          <p:nvPr/>
        </p:nvSpPr>
        <p:spPr>
          <a:xfrm>
            <a:off x="2331720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Histogram Chart</a:t>
            </a:r>
          </a:p>
        </p:txBody>
      </p:sp>
    </p:spTree>
    <p:extLst>
      <p:ext uri="{BB962C8B-B14F-4D97-AF65-F5344CB8AC3E}">
        <p14:creationId xmlns:p14="http://schemas.microsoft.com/office/powerpoint/2010/main" val="2595712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A1038-6D7F-AD28-E0D4-F7A22903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52C7F6-1BC4-FC1D-A887-03E84FF4E743}"/>
              </a:ext>
            </a:extLst>
          </p:cNvPr>
          <p:cNvSpPr txBox="1"/>
          <p:nvPr/>
        </p:nvSpPr>
        <p:spPr>
          <a:xfrm>
            <a:off x="664464" y="5038344"/>
            <a:ext cx="4282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 see if the bill amount is near 50 then tip </a:t>
            </a:r>
            <a:r>
              <a:rPr lang="en-US" sz="1200" dirty="0" err="1"/>
              <a:t>amout</a:t>
            </a:r>
            <a:r>
              <a:rPr lang="en-US" sz="1200" dirty="0"/>
              <a:t> falls between 8 to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Compare to Female , Male customers are giving higher 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Also, I see if customer heads are increased then tip amount also is collected reasonably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8F77D-C4D0-17D2-B895-5A197B1033C7}"/>
              </a:ext>
            </a:extLst>
          </p:cNvPr>
          <p:cNvSpPr txBox="1"/>
          <p:nvPr/>
        </p:nvSpPr>
        <p:spPr>
          <a:xfrm>
            <a:off x="4453128" y="137160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Tip Dataset 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BC440E-C71B-112D-514E-2655729C89FA}"/>
              </a:ext>
            </a:extLst>
          </p:cNvPr>
          <p:cNvSpPr txBox="1"/>
          <p:nvPr/>
        </p:nvSpPr>
        <p:spPr>
          <a:xfrm>
            <a:off x="6719235" y="5045489"/>
            <a:ext cx="4282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If bill amounts are increasing then tip amount increased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8FA74-B8F1-07C5-F4E6-EDF9F5DC1DA4}"/>
              </a:ext>
            </a:extLst>
          </p:cNvPr>
          <p:cNvSpPr txBox="1"/>
          <p:nvPr/>
        </p:nvSpPr>
        <p:spPr>
          <a:xfrm>
            <a:off x="8238744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Line Chart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AB4F94-6B2D-FBC4-0EC4-86974833E8EB}"/>
              </a:ext>
            </a:extLst>
          </p:cNvPr>
          <p:cNvSpPr txBox="1"/>
          <p:nvPr/>
        </p:nvSpPr>
        <p:spPr>
          <a:xfrm>
            <a:off x="2331720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Scatter plot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3F9E0-632D-25D2-5781-526277FDF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30" y="1680341"/>
            <a:ext cx="4786022" cy="3218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F68BE1-0BFB-8448-0C72-7DB6A9658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98" y="1614256"/>
            <a:ext cx="5142112" cy="335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7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A7A7-F647-191C-04AC-8F8B3087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BE7208-9A16-3B36-B3FB-503464BD0CDD}"/>
              </a:ext>
            </a:extLst>
          </p:cNvPr>
          <p:cNvSpPr txBox="1"/>
          <p:nvPr/>
        </p:nvSpPr>
        <p:spPr>
          <a:xfrm>
            <a:off x="664464" y="5038344"/>
            <a:ext cx="428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Mostly customer with 2 heads are </a:t>
            </a:r>
            <a:r>
              <a:rPr lang="en-US" sz="1200" dirty="0" err="1"/>
              <a:t>visting</a:t>
            </a:r>
            <a:r>
              <a:rPr lang="en-US" sz="1200" dirty="0"/>
              <a:t> the </a:t>
            </a:r>
            <a:r>
              <a:rPr lang="en-US" sz="1200" dirty="0" err="1"/>
              <a:t>restaraunt</a:t>
            </a:r>
            <a:r>
              <a:rPr lang="en-U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Customers with more than 2 to 4 heads </a:t>
            </a:r>
            <a:r>
              <a:rPr lang="en-US" sz="1200" dirty="0" err="1"/>
              <a:t>visting</a:t>
            </a:r>
            <a:r>
              <a:rPr lang="en-US" sz="1200" dirty="0"/>
              <a:t> </a:t>
            </a:r>
            <a:r>
              <a:rPr lang="en-US" sz="1200" dirty="0" err="1"/>
              <a:t>restaraunt</a:t>
            </a:r>
            <a:r>
              <a:rPr lang="en-US" sz="1200" dirty="0"/>
              <a:t> is moderate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155A9-AA00-C377-3A5E-600727171C37}"/>
              </a:ext>
            </a:extLst>
          </p:cNvPr>
          <p:cNvSpPr txBox="1"/>
          <p:nvPr/>
        </p:nvSpPr>
        <p:spPr>
          <a:xfrm>
            <a:off x="4453128" y="137160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Tip Dataset 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20BDD-74FB-9E0C-D2F8-3AD2AA44206F}"/>
              </a:ext>
            </a:extLst>
          </p:cNvPr>
          <p:cNvSpPr txBox="1"/>
          <p:nvPr/>
        </p:nvSpPr>
        <p:spPr>
          <a:xfrm>
            <a:off x="6719235" y="5045489"/>
            <a:ext cx="428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Looking at chart , on </a:t>
            </a:r>
            <a:r>
              <a:rPr lang="en-US" sz="1200" dirty="0" err="1"/>
              <a:t>saturday</a:t>
            </a:r>
            <a:r>
              <a:rPr lang="en-US" sz="1200" dirty="0"/>
              <a:t> and </a:t>
            </a:r>
            <a:r>
              <a:rPr lang="en-US" sz="1200" dirty="0" err="1"/>
              <a:t>sunday</a:t>
            </a:r>
            <a:r>
              <a:rPr lang="en-US" sz="1200" dirty="0"/>
              <a:t> more billing count is happening, since it is fall on week ends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994DAC-948C-51BC-EE81-B8F2BC8AA961}"/>
              </a:ext>
            </a:extLst>
          </p:cNvPr>
          <p:cNvSpPr txBox="1"/>
          <p:nvPr/>
        </p:nvSpPr>
        <p:spPr>
          <a:xfrm>
            <a:off x="8220456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Pie Chart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7F763-8DFD-7F6E-4762-97A014699797}"/>
              </a:ext>
            </a:extLst>
          </p:cNvPr>
          <p:cNvSpPr txBox="1"/>
          <p:nvPr/>
        </p:nvSpPr>
        <p:spPr>
          <a:xfrm>
            <a:off x="2331720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Count Plot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2403F-E614-4909-30B0-41C855D22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83" y="1541026"/>
            <a:ext cx="4896483" cy="3504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405F3-A514-0AE7-56A5-ADAB2C2E4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497" y="1673875"/>
            <a:ext cx="4641178" cy="337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5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1ADA-95D9-A0C9-DFE4-9F6CC1A9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C12DFD-3ADA-1420-66AF-DB46FE998FFA}"/>
              </a:ext>
            </a:extLst>
          </p:cNvPr>
          <p:cNvSpPr txBox="1"/>
          <p:nvPr/>
        </p:nvSpPr>
        <p:spPr>
          <a:xfrm>
            <a:off x="801624" y="5233522"/>
            <a:ext cx="428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60% of male not a smoker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 Female, out of 90 , 30% are smoker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C7CD7-10DB-CDB9-9FC4-38D864564DE2}"/>
              </a:ext>
            </a:extLst>
          </p:cNvPr>
          <p:cNvSpPr txBox="1"/>
          <p:nvPr/>
        </p:nvSpPr>
        <p:spPr>
          <a:xfrm>
            <a:off x="4453128" y="137160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Tip Dataset Visualization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CACA9-7C4E-09B9-F819-8AE5A32D0369}"/>
              </a:ext>
            </a:extLst>
          </p:cNvPr>
          <p:cNvSpPr txBox="1"/>
          <p:nvPr/>
        </p:nvSpPr>
        <p:spPr>
          <a:xfrm>
            <a:off x="6719234" y="5277400"/>
            <a:ext cx="4282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Strong Positive Correlation between </a:t>
            </a:r>
            <a:r>
              <a:rPr lang="en-US" sz="1200" dirty="0" err="1"/>
              <a:t>total_bill</a:t>
            </a:r>
            <a:r>
              <a:rPr lang="en-US" sz="1200" dirty="0"/>
              <a:t> ↔ tip As the bill amount increases, the tip amount also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Weak Correlation </a:t>
            </a:r>
            <a:r>
              <a:rPr lang="en-US" sz="1200" dirty="0" err="1"/>
              <a:t>bertween</a:t>
            </a:r>
            <a:r>
              <a:rPr lang="en-US" sz="1200" dirty="0"/>
              <a:t> size ↔ tip The number of people at the table doesn’t strongly determine the tip amount.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51C422-FAAA-BBC8-F919-7EF70CAFA423}"/>
              </a:ext>
            </a:extLst>
          </p:cNvPr>
          <p:cNvSpPr txBox="1"/>
          <p:nvPr/>
        </p:nvSpPr>
        <p:spPr>
          <a:xfrm>
            <a:off x="8220456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Heatmap Chart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3680E7-A881-5B10-C02A-611062221C81}"/>
              </a:ext>
            </a:extLst>
          </p:cNvPr>
          <p:cNvSpPr txBox="1"/>
          <p:nvPr/>
        </p:nvSpPr>
        <p:spPr>
          <a:xfrm>
            <a:off x="2331720" y="1171694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Stacked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46E43-F9A9-CCCD-7823-AE30CA211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19" y="1571612"/>
            <a:ext cx="5062122" cy="3631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654436-5619-3AAA-2C27-197082B10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122" y="1571612"/>
            <a:ext cx="4698663" cy="363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8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255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Kannan N</dc:creator>
  <cp:lastModifiedBy>Kannan N</cp:lastModifiedBy>
  <cp:revision>10</cp:revision>
  <dcterms:created xsi:type="dcterms:W3CDTF">2026-08-05T05:18:24Z</dcterms:created>
  <dcterms:modified xsi:type="dcterms:W3CDTF">2026-08-05T05:37:16Z</dcterms:modified>
</cp:coreProperties>
</file>